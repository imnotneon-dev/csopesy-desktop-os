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ourier New Bold" charset="1" panose="02070609020205020404"/>
      <p:regular r:id="rId12"/>
    </p:embeddedFont>
    <p:embeddedFont>
      <p:font typeface="Arial Bold" charset="1" panose="020B0704020202020204"/>
      <p:regular r:id="rId13"/>
    </p:embeddedFont>
    <p:embeddedFont>
      <p:font typeface="Consolas Bold" charset="1" panose="020B0709020204030204"/>
      <p:regular r:id="rId14"/>
    </p:embeddedFont>
    <p:embeddedFont>
      <p:font typeface="Consolas" charset="1" panose="020B06090202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HXyYNTzQo.mp4" Type="http://schemas.openxmlformats.org/officeDocument/2006/relationships/video"/><Relationship Id="rId4" Target="../media/VAHXyYNTzQo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5039" y="8993505"/>
            <a:ext cx="6595014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2100" b="true">
                <a:solidFill>
                  <a:srgbClr val="B4B4B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CSOPESY   [   ]</a:t>
            </a:r>
          </a:p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B4B4B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S01   [   ]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24991" y="9310819"/>
            <a:ext cx="170029" cy="17002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BC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4991" y="9036448"/>
            <a:ext cx="170029" cy="17002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FF8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506522"/>
            <a:ext cx="15894895" cy="275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5"/>
              </a:lnSpc>
            </a:pPr>
            <a:r>
              <a:rPr lang="en-US" sz="10445" b="true">
                <a:solidFill>
                  <a:srgbClr val="71FF88"/>
                </a:solidFill>
                <a:latin typeface="Arial Bold"/>
                <a:ea typeface="Arial Bold"/>
                <a:cs typeface="Arial Bold"/>
                <a:sym typeface="Arial Bold"/>
              </a:rPr>
              <a:t>CSOPESY</a:t>
            </a:r>
          </a:p>
          <a:p>
            <a:pPr algn="l">
              <a:lnSpc>
                <a:spcPts val="10445"/>
              </a:lnSpc>
            </a:pPr>
            <a:r>
              <a:rPr lang="en-US" sz="1044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</a:t>
            </a:r>
            <a:r>
              <a:rPr lang="en-US" sz="1044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esktop OS Mock-up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726805"/>
            <a:ext cx="65950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B4B4B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// Guillermo, Iain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B4B4B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// Lee, Hannah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B4B4B4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// Lim, Jenrick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50725" y="1516282"/>
            <a:ext cx="14586550" cy="8293622"/>
            <a:chOff x="0" y="0"/>
            <a:chExt cx="3841725" cy="2184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1725" cy="2184328"/>
            </a:xfrm>
            <a:custGeom>
              <a:avLst/>
              <a:gdLst/>
              <a:ahLst/>
              <a:cxnLst/>
              <a:rect r="r" b="b" t="t" l="l"/>
              <a:pathLst>
                <a:path h="2184328" w="3841725">
                  <a:moveTo>
                    <a:pt x="10615" y="0"/>
                  </a:moveTo>
                  <a:lnTo>
                    <a:pt x="3831110" y="0"/>
                  </a:lnTo>
                  <a:cubicBezTo>
                    <a:pt x="3833925" y="0"/>
                    <a:pt x="3836626" y="1118"/>
                    <a:pt x="3838616" y="3109"/>
                  </a:cubicBezTo>
                  <a:cubicBezTo>
                    <a:pt x="3840607" y="5100"/>
                    <a:pt x="3841725" y="7800"/>
                    <a:pt x="3841725" y="10615"/>
                  </a:cubicBezTo>
                  <a:lnTo>
                    <a:pt x="3841725" y="2173713"/>
                  </a:lnTo>
                  <a:cubicBezTo>
                    <a:pt x="3841725" y="2176529"/>
                    <a:pt x="3840607" y="2179229"/>
                    <a:pt x="3838616" y="2181219"/>
                  </a:cubicBezTo>
                  <a:cubicBezTo>
                    <a:pt x="3836626" y="2183210"/>
                    <a:pt x="3833925" y="2184328"/>
                    <a:pt x="3831110" y="2184328"/>
                  </a:cubicBezTo>
                  <a:lnTo>
                    <a:pt x="10615" y="2184328"/>
                  </a:lnTo>
                  <a:cubicBezTo>
                    <a:pt x="7800" y="2184328"/>
                    <a:pt x="5100" y="2183210"/>
                    <a:pt x="3109" y="2181219"/>
                  </a:cubicBezTo>
                  <a:cubicBezTo>
                    <a:pt x="1118" y="2179229"/>
                    <a:pt x="0" y="2176529"/>
                    <a:pt x="0" y="2173713"/>
                  </a:cubicBezTo>
                  <a:lnTo>
                    <a:pt x="0" y="10615"/>
                  </a:lnTo>
                  <a:cubicBezTo>
                    <a:pt x="0" y="7800"/>
                    <a:pt x="1118" y="5100"/>
                    <a:pt x="3109" y="3109"/>
                  </a:cubicBezTo>
                  <a:cubicBezTo>
                    <a:pt x="5100" y="1118"/>
                    <a:pt x="7800" y="0"/>
                    <a:pt x="10615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3841725" cy="2155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04920" y="1658426"/>
            <a:ext cx="13678161" cy="8009333"/>
          </a:xfrm>
          <a:custGeom>
            <a:avLst/>
            <a:gdLst/>
            <a:ahLst/>
            <a:cxnLst/>
            <a:rect r="r" b="b" t="t" l="l"/>
            <a:pathLst>
              <a:path h="8009333" w="13678161">
                <a:moveTo>
                  <a:pt x="0" y="0"/>
                </a:moveTo>
                <a:lnTo>
                  <a:pt x="13678160" y="0"/>
                </a:lnTo>
                <a:lnTo>
                  <a:pt x="13678160" y="8009333"/>
                </a:lnTo>
                <a:lnTo>
                  <a:pt x="0" y="8009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16974" y="543771"/>
            <a:ext cx="7429429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Cover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50725" y="1516282"/>
            <a:ext cx="14586550" cy="8293622"/>
            <a:chOff x="0" y="0"/>
            <a:chExt cx="3841725" cy="2184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1725" cy="2184328"/>
            </a:xfrm>
            <a:custGeom>
              <a:avLst/>
              <a:gdLst/>
              <a:ahLst/>
              <a:cxnLst/>
              <a:rect r="r" b="b" t="t" l="l"/>
              <a:pathLst>
                <a:path h="2184328" w="3841725">
                  <a:moveTo>
                    <a:pt x="10615" y="0"/>
                  </a:moveTo>
                  <a:lnTo>
                    <a:pt x="3831110" y="0"/>
                  </a:lnTo>
                  <a:cubicBezTo>
                    <a:pt x="3833925" y="0"/>
                    <a:pt x="3836626" y="1118"/>
                    <a:pt x="3838616" y="3109"/>
                  </a:cubicBezTo>
                  <a:cubicBezTo>
                    <a:pt x="3840607" y="5100"/>
                    <a:pt x="3841725" y="7800"/>
                    <a:pt x="3841725" y="10615"/>
                  </a:cubicBezTo>
                  <a:lnTo>
                    <a:pt x="3841725" y="2173713"/>
                  </a:lnTo>
                  <a:cubicBezTo>
                    <a:pt x="3841725" y="2176529"/>
                    <a:pt x="3840607" y="2179229"/>
                    <a:pt x="3838616" y="2181219"/>
                  </a:cubicBezTo>
                  <a:cubicBezTo>
                    <a:pt x="3836626" y="2183210"/>
                    <a:pt x="3833925" y="2184328"/>
                    <a:pt x="3831110" y="2184328"/>
                  </a:cubicBezTo>
                  <a:lnTo>
                    <a:pt x="10615" y="2184328"/>
                  </a:lnTo>
                  <a:cubicBezTo>
                    <a:pt x="7800" y="2184328"/>
                    <a:pt x="5100" y="2183210"/>
                    <a:pt x="3109" y="2181219"/>
                  </a:cubicBezTo>
                  <a:cubicBezTo>
                    <a:pt x="1118" y="2179229"/>
                    <a:pt x="0" y="2176529"/>
                    <a:pt x="0" y="2173713"/>
                  </a:cubicBezTo>
                  <a:lnTo>
                    <a:pt x="0" y="10615"/>
                  </a:lnTo>
                  <a:cubicBezTo>
                    <a:pt x="0" y="7800"/>
                    <a:pt x="1118" y="5100"/>
                    <a:pt x="3109" y="3109"/>
                  </a:cubicBezTo>
                  <a:cubicBezTo>
                    <a:pt x="5100" y="1118"/>
                    <a:pt x="7800" y="0"/>
                    <a:pt x="10615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3841725" cy="2155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156958" y="1739807"/>
            <a:ext cx="13949461" cy="784657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5416974" y="543771"/>
            <a:ext cx="7429429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Video Walkthrough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2230" y="1128619"/>
            <a:ext cx="9662347" cy="2669821"/>
            <a:chOff x="0" y="0"/>
            <a:chExt cx="2544816" cy="703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4816" cy="703163"/>
            </a:xfrm>
            <a:custGeom>
              <a:avLst/>
              <a:gdLst/>
              <a:ahLst/>
              <a:cxnLst/>
              <a:rect r="r" b="b" t="t" l="l"/>
              <a:pathLst>
                <a:path h="703163" w="2544816">
                  <a:moveTo>
                    <a:pt x="16025" y="0"/>
                  </a:moveTo>
                  <a:lnTo>
                    <a:pt x="2528791" y="0"/>
                  </a:lnTo>
                  <a:cubicBezTo>
                    <a:pt x="2537641" y="0"/>
                    <a:pt x="2544816" y="7175"/>
                    <a:pt x="2544816" y="16025"/>
                  </a:cubicBezTo>
                  <a:lnTo>
                    <a:pt x="2544816" y="687138"/>
                  </a:lnTo>
                  <a:cubicBezTo>
                    <a:pt x="2544816" y="695988"/>
                    <a:pt x="2537641" y="703163"/>
                    <a:pt x="2528791" y="703163"/>
                  </a:cubicBezTo>
                  <a:lnTo>
                    <a:pt x="16025" y="703163"/>
                  </a:lnTo>
                  <a:cubicBezTo>
                    <a:pt x="7175" y="703163"/>
                    <a:pt x="0" y="695988"/>
                    <a:pt x="0" y="687138"/>
                  </a:cubicBezTo>
                  <a:lnTo>
                    <a:pt x="0" y="16025"/>
                  </a:lnTo>
                  <a:cubicBezTo>
                    <a:pt x="0" y="7175"/>
                    <a:pt x="7175" y="0"/>
                    <a:pt x="16025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544816" cy="674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49190" y="6979097"/>
            <a:ext cx="5196592" cy="131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Architectural Diagram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76980" y="1473145"/>
            <a:ext cx="5512847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USER INTERFACE LAYER (Dear ImGui)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32025" y="2021785"/>
            <a:ext cx="2800903" cy="601594"/>
            <a:chOff x="0" y="0"/>
            <a:chExt cx="737686" cy="158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84237"/>
            </a:solidFill>
            <a:ln w="19050" cap="sq">
              <a:solidFill>
                <a:srgbClr val="71FF8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71FF8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RenderDesktop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32025" y="2880896"/>
            <a:ext cx="2800903" cy="601594"/>
            <a:chOff x="0" y="0"/>
            <a:chExt cx="737686" cy="1584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73942"/>
            </a:solidFill>
            <a:ln w="19050" cap="sq">
              <a:solidFill>
                <a:srgbClr val="49BC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RenderF</a:t>
              </a: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ilesWindow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32952" y="2021785"/>
            <a:ext cx="2800903" cy="601594"/>
            <a:chOff x="0" y="0"/>
            <a:chExt cx="737686" cy="1584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84237"/>
            </a:solidFill>
            <a:ln w="19050" cap="sq">
              <a:solidFill>
                <a:srgbClr val="71FF8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71FF8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RenderTaskbar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33880" y="2021785"/>
            <a:ext cx="2800903" cy="601594"/>
            <a:chOff x="0" y="0"/>
            <a:chExt cx="737686" cy="1584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84237"/>
            </a:solidFill>
            <a:ln w="19050" cap="sq">
              <a:solidFill>
                <a:srgbClr val="71FF8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71FF8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RenderTaskManager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632952" y="2880896"/>
            <a:ext cx="2800903" cy="601594"/>
            <a:chOff x="0" y="0"/>
            <a:chExt cx="737686" cy="158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73942"/>
            </a:solidFill>
            <a:ln w="19050" cap="sq">
              <a:solidFill>
                <a:srgbClr val="49BC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RenderInit</a:t>
              </a: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Window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33880" y="2880896"/>
            <a:ext cx="2800903" cy="601594"/>
            <a:chOff x="0" y="0"/>
            <a:chExt cx="737686" cy="1584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73942"/>
            </a:solidFill>
            <a:ln w="19050" cap="sq">
              <a:solidFill>
                <a:srgbClr val="49BC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RenderSearch</a:t>
              </a: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Window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2230" y="4329176"/>
            <a:ext cx="9662347" cy="2669821"/>
            <a:chOff x="0" y="0"/>
            <a:chExt cx="2544816" cy="7031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4816" cy="703163"/>
            </a:xfrm>
            <a:custGeom>
              <a:avLst/>
              <a:gdLst/>
              <a:ahLst/>
              <a:cxnLst/>
              <a:rect r="r" b="b" t="t" l="l"/>
              <a:pathLst>
                <a:path h="703163" w="2544816">
                  <a:moveTo>
                    <a:pt x="16025" y="0"/>
                  </a:moveTo>
                  <a:lnTo>
                    <a:pt x="2528791" y="0"/>
                  </a:lnTo>
                  <a:cubicBezTo>
                    <a:pt x="2537641" y="0"/>
                    <a:pt x="2544816" y="7175"/>
                    <a:pt x="2544816" y="16025"/>
                  </a:cubicBezTo>
                  <a:lnTo>
                    <a:pt x="2544816" y="687138"/>
                  </a:lnTo>
                  <a:cubicBezTo>
                    <a:pt x="2544816" y="695988"/>
                    <a:pt x="2537641" y="703163"/>
                    <a:pt x="2528791" y="703163"/>
                  </a:cubicBezTo>
                  <a:lnTo>
                    <a:pt x="16025" y="703163"/>
                  </a:lnTo>
                  <a:cubicBezTo>
                    <a:pt x="7175" y="703163"/>
                    <a:pt x="0" y="695988"/>
                    <a:pt x="0" y="687138"/>
                  </a:cubicBezTo>
                  <a:lnTo>
                    <a:pt x="0" y="16025"/>
                  </a:lnTo>
                  <a:cubicBezTo>
                    <a:pt x="0" y="7175"/>
                    <a:pt x="7175" y="0"/>
                    <a:pt x="16025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2544816" cy="674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102700" y="4673702"/>
            <a:ext cx="786140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</a:t>
            </a:r>
            <a:r>
              <a:rPr lang="en-US" b="true" sz="2100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 CORE &amp; STATE LAYER (main.cpp)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32025" y="5222342"/>
            <a:ext cx="2800903" cy="601594"/>
            <a:chOff x="0" y="0"/>
            <a:chExt cx="737686" cy="1584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84237"/>
            </a:solidFill>
            <a:ln w="19050" cap="sq">
              <a:solidFill>
                <a:srgbClr val="71FF8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71FF8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State Management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32025" y="6081452"/>
            <a:ext cx="8802758" cy="601594"/>
            <a:chOff x="0" y="0"/>
            <a:chExt cx="2318422" cy="1584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18422" cy="158445"/>
            </a:xfrm>
            <a:custGeom>
              <a:avLst/>
              <a:gdLst/>
              <a:ahLst/>
              <a:cxnLst/>
              <a:rect r="r" b="b" t="t" l="l"/>
              <a:pathLst>
                <a:path h="158445" w="2318422">
                  <a:moveTo>
                    <a:pt x="8795" y="0"/>
                  </a:moveTo>
                  <a:lnTo>
                    <a:pt x="2309627" y="0"/>
                  </a:lnTo>
                  <a:cubicBezTo>
                    <a:pt x="2311959" y="0"/>
                    <a:pt x="2314197" y="927"/>
                    <a:pt x="2315846" y="2576"/>
                  </a:cubicBezTo>
                  <a:cubicBezTo>
                    <a:pt x="2317495" y="4225"/>
                    <a:pt x="2318422" y="6462"/>
                    <a:pt x="2318422" y="8795"/>
                  </a:cubicBezTo>
                  <a:lnTo>
                    <a:pt x="2318422" y="149650"/>
                  </a:lnTo>
                  <a:cubicBezTo>
                    <a:pt x="2318422" y="151982"/>
                    <a:pt x="2317495" y="154219"/>
                    <a:pt x="2315846" y="155869"/>
                  </a:cubicBezTo>
                  <a:cubicBezTo>
                    <a:pt x="2314197" y="157518"/>
                    <a:pt x="2311959" y="158445"/>
                    <a:pt x="2309627" y="158445"/>
                  </a:cubicBezTo>
                  <a:lnTo>
                    <a:pt x="8795" y="158445"/>
                  </a:lnTo>
                  <a:cubicBezTo>
                    <a:pt x="6462" y="158445"/>
                    <a:pt x="4225" y="157518"/>
                    <a:pt x="2576" y="155869"/>
                  </a:cubicBezTo>
                  <a:cubicBezTo>
                    <a:pt x="927" y="154219"/>
                    <a:pt x="0" y="151982"/>
                    <a:pt x="0" y="149650"/>
                  </a:cubicBezTo>
                  <a:lnTo>
                    <a:pt x="0" y="8795"/>
                  </a:lnTo>
                  <a:cubicBezTo>
                    <a:pt x="0" y="6462"/>
                    <a:pt x="927" y="4225"/>
                    <a:pt x="2576" y="2576"/>
                  </a:cubicBezTo>
                  <a:cubicBezTo>
                    <a:pt x="4225" y="927"/>
                    <a:pt x="6462" y="0"/>
                    <a:pt x="8795" y="0"/>
                  </a:cubicBezTo>
                  <a:close/>
                </a:path>
              </a:pathLst>
            </a:custGeom>
            <a:solidFill>
              <a:srgbClr val="373942"/>
            </a:solidFill>
            <a:ln w="19050" cap="sq">
              <a:solidFill>
                <a:srgbClr val="49BC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2318422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Shutdown Contro</a:t>
              </a: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 Mechanism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632952" y="5222342"/>
            <a:ext cx="2800903" cy="601594"/>
            <a:chOff x="0" y="0"/>
            <a:chExt cx="737686" cy="1584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84237"/>
            </a:solidFill>
            <a:ln w="19050" cap="sq">
              <a:solidFill>
                <a:srgbClr val="71FF8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71FF8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Texture Manager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33880" y="5222342"/>
            <a:ext cx="2800903" cy="601594"/>
            <a:chOff x="0" y="0"/>
            <a:chExt cx="737686" cy="1584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7686" cy="158445"/>
            </a:xfrm>
            <a:custGeom>
              <a:avLst/>
              <a:gdLst/>
              <a:ahLst/>
              <a:cxnLst/>
              <a:rect r="r" b="b" t="t" l="l"/>
              <a:pathLst>
                <a:path h="158445" w="737686">
                  <a:moveTo>
                    <a:pt x="27641" y="0"/>
                  </a:moveTo>
                  <a:lnTo>
                    <a:pt x="710046" y="0"/>
                  </a:lnTo>
                  <a:cubicBezTo>
                    <a:pt x="725311" y="0"/>
                    <a:pt x="737686" y="12375"/>
                    <a:pt x="737686" y="27641"/>
                  </a:cubicBezTo>
                  <a:lnTo>
                    <a:pt x="737686" y="130804"/>
                  </a:lnTo>
                  <a:cubicBezTo>
                    <a:pt x="737686" y="146069"/>
                    <a:pt x="725311" y="158445"/>
                    <a:pt x="710046" y="158445"/>
                  </a:cubicBezTo>
                  <a:lnTo>
                    <a:pt x="27641" y="158445"/>
                  </a:lnTo>
                  <a:cubicBezTo>
                    <a:pt x="12375" y="158445"/>
                    <a:pt x="0" y="146069"/>
                    <a:pt x="0" y="130804"/>
                  </a:cubicBezTo>
                  <a:lnTo>
                    <a:pt x="0" y="27641"/>
                  </a:lnTo>
                  <a:cubicBezTo>
                    <a:pt x="0" y="12375"/>
                    <a:pt x="12375" y="0"/>
                    <a:pt x="27641" y="0"/>
                  </a:cubicBezTo>
                  <a:close/>
                </a:path>
              </a:pathLst>
            </a:custGeom>
            <a:solidFill>
              <a:srgbClr val="384237"/>
            </a:solidFill>
            <a:ln w="19050" cap="sq">
              <a:solidFill>
                <a:srgbClr val="71FF88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19050"/>
              <a:ext cx="737686" cy="139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71FF8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Time Subsystem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6033404" y="3893691"/>
            <a:ext cx="0" cy="3372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202230" y="7507734"/>
            <a:ext cx="9662347" cy="1653594"/>
            <a:chOff x="0" y="0"/>
            <a:chExt cx="2544816" cy="4355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44816" cy="435515"/>
            </a:xfrm>
            <a:custGeom>
              <a:avLst/>
              <a:gdLst/>
              <a:ahLst/>
              <a:cxnLst/>
              <a:rect r="r" b="b" t="t" l="l"/>
              <a:pathLst>
                <a:path h="435515" w="2544816">
                  <a:moveTo>
                    <a:pt x="16025" y="0"/>
                  </a:moveTo>
                  <a:lnTo>
                    <a:pt x="2528791" y="0"/>
                  </a:lnTo>
                  <a:cubicBezTo>
                    <a:pt x="2537641" y="0"/>
                    <a:pt x="2544816" y="7175"/>
                    <a:pt x="2544816" y="16025"/>
                  </a:cubicBezTo>
                  <a:lnTo>
                    <a:pt x="2544816" y="419490"/>
                  </a:lnTo>
                  <a:cubicBezTo>
                    <a:pt x="2544816" y="428340"/>
                    <a:pt x="2537641" y="435515"/>
                    <a:pt x="2528791" y="435515"/>
                  </a:cubicBezTo>
                  <a:lnTo>
                    <a:pt x="16025" y="435515"/>
                  </a:lnTo>
                  <a:cubicBezTo>
                    <a:pt x="7175" y="435515"/>
                    <a:pt x="0" y="428340"/>
                    <a:pt x="0" y="419490"/>
                  </a:cubicBezTo>
                  <a:lnTo>
                    <a:pt x="0" y="16025"/>
                  </a:lnTo>
                  <a:cubicBezTo>
                    <a:pt x="0" y="7175"/>
                    <a:pt x="7175" y="0"/>
                    <a:pt x="16025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28575"/>
              <a:ext cx="2544816" cy="40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55556" y="7799060"/>
            <a:ext cx="935569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GRAPHIC</a:t>
            </a:r>
            <a:r>
              <a:rPr lang="en-US" b="true" sz="2100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 &amp; WINDOWING BACKEND LAYER (GLFW3 + OpenGL 3.0)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632025" y="8185775"/>
            <a:ext cx="4281679" cy="712803"/>
            <a:chOff x="0" y="0"/>
            <a:chExt cx="1127685" cy="1877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27685" cy="187734"/>
            </a:xfrm>
            <a:custGeom>
              <a:avLst/>
              <a:gdLst/>
              <a:ahLst/>
              <a:cxnLst/>
              <a:rect r="r" b="b" t="t" l="l"/>
              <a:pathLst>
                <a:path h="187734" w="1127685">
                  <a:moveTo>
                    <a:pt x="18082" y="0"/>
                  </a:moveTo>
                  <a:lnTo>
                    <a:pt x="1109603" y="0"/>
                  </a:lnTo>
                  <a:cubicBezTo>
                    <a:pt x="1119590" y="0"/>
                    <a:pt x="1127685" y="8095"/>
                    <a:pt x="1127685" y="18082"/>
                  </a:cubicBezTo>
                  <a:lnTo>
                    <a:pt x="1127685" y="169653"/>
                  </a:lnTo>
                  <a:cubicBezTo>
                    <a:pt x="1127685" y="179639"/>
                    <a:pt x="1119590" y="187734"/>
                    <a:pt x="1109603" y="187734"/>
                  </a:cubicBezTo>
                  <a:lnTo>
                    <a:pt x="18082" y="187734"/>
                  </a:lnTo>
                  <a:cubicBezTo>
                    <a:pt x="8095" y="187734"/>
                    <a:pt x="0" y="179639"/>
                    <a:pt x="0" y="169653"/>
                  </a:cubicBezTo>
                  <a:lnTo>
                    <a:pt x="0" y="18082"/>
                  </a:lnTo>
                  <a:cubicBezTo>
                    <a:pt x="0" y="8095"/>
                    <a:pt x="8095" y="0"/>
                    <a:pt x="18082" y="0"/>
                  </a:cubicBezTo>
                  <a:close/>
                </a:path>
              </a:pathLst>
            </a:custGeom>
            <a:solidFill>
              <a:srgbClr val="384237"/>
            </a:solidFill>
            <a:ln w="19050" cap="sq">
              <a:solidFill>
                <a:srgbClr val="71FF88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19050"/>
              <a:ext cx="1127685" cy="168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71FF8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GLFW3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153103" y="8185775"/>
            <a:ext cx="4281679" cy="712803"/>
            <a:chOff x="0" y="0"/>
            <a:chExt cx="1127685" cy="1877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7685" cy="187734"/>
            </a:xfrm>
            <a:custGeom>
              <a:avLst/>
              <a:gdLst/>
              <a:ahLst/>
              <a:cxnLst/>
              <a:rect r="r" b="b" t="t" l="l"/>
              <a:pathLst>
                <a:path h="187734" w="1127685">
                  <a:moveTo>
                    <a:pt x="18082" y="0"/>
                  </a:moveTo>
                  <a:lnTo>
                    <a:pt x="1109603" y="0"/>
                  </a:lnTo>
                  <a:cubicBezTo>
                    <a:pt x="1119590" y="0"/>
                    <a:pt x="1127685" y="8095"/>
                    <a:pt x="1127685" y="18082"/>
                  </a:cubicBezTo>
                  <a:lnTo>
                    <a:pt x="1127685" y="169653"/>
                  </a:lnTo>
                  <a:cubicBezTo>
                    <a:pt x="1127685" y="179639"/>
                    <a:pt x="1119590" y="187734"/>
                    <a:pt x="1109603" y="187734"/>
                  </a:cubicBezTo>
                  <a:lnTo>
                    <a:pt x="18082" y="187734"/>
                  </a:lnTo>
                  <a:cubicBezTo>
                    <a:pt x="8095" y="187734"/>
                    <a:pt x="0" y="179639"/>
                    <a:pt x="0" y="169653"/>
                  </a:cubicBezTo>
                  <a:lnTo>
                    <a:pt x="0" y="18082"/>
                  </a:lnTo>
                  <a:cubicBezTo>
                    <a:pt x="0" y="8095"/>
                    <a:pt x="8095" y="0"/>
                    <a:pt x="18082" y="0"/>
                  </a:cubicBezTo>
                  <a:close/>
                </a:path>
              </a:pathLst>
            </a:custGeom>
            <a:solidFill>
              <a:srgbClr val="373942"/>
            </a:solidFill>
            <a:ln w="19050" cap="sq">
              <a:solidFill>
                <a:srgbClr val="49BCF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19050"/>
              <a:ext cx="1127685" cy="168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Op</a:t>
              </a:r>
              <a:r>
                <a:rPr lang="en-US" b="true" sz="1800">
                  <a:solidFill>
                    <a:srgbClr val="49B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enGL 3.0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6033404" y="7094247"/>
            <a:ext cx="0" cy="3372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3" id="53"/>
          <p:cNvGrpSpPr/>
          <p:nvPr/>
        </p:nvGrpSpPr>
        <p:grpSpPr>
          <a:xfrm rot="0">
            <a:off x="11139665" y="606559"/>
            <a:ext cx="5969591" cy="2669821"/>
            <a:chOff x="0" y="0"/>
            <a:chExt cx="1572238" cy="70316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72238" cy="703163"/>
            </a:xfrm>
            <a:custGeom>
              <a:avLst/>
              <a:gdLst/>
              <a:ahLst/>
              <a:cxnLst/>
              <a:rect r="r" b="b" t="t" l="l"/>
              <a:pathLst>
                <a:path h="703163" w="1572238">
                  <a:moveTo>
                    <a:pt x="25938" y="0"/>
                  </a:moveTo>
                  <a:lnTo>
                    <a:pt x="1546300" y="0"/>
                  </a:lnTo>
                  <a:cubicBezTo>
                    <a:pt x="1553179" y="0"/>
                    <a:pt x="1559777" y="2733"/>
                    <a:pt x="1564641" y="7597"/>
                  </a:cubicBezTo>
                  <a:cubicBezTo>
                    <a:pt x="1569505" y="12461"/>
                    <a:pt x="1572238" y="19059"/>
                    <a:pt x="1572238" y="25938"/>
                  </a:cubicBezTo>
                  <a:lnTo>
                    <a:pt x="1572238" y="677225"/>
                  </a:lnTo>
                  <a:cubicBezTo>
                    <a:pt x="1572238" y="691550"/>
                    <a:pt x="1560625" y="703163"/>
                    <a:pt x="1546300" y="703163"/>
                  </a:cubicBezTo>
                  <a:lnTo>
                    <a:pt x="25938" y="703163"/>
                  </a:lnTo>
                  <a:cubicBezTo>
                    <a:pt x="19059" y="703163"/>
                    <a:pt x="12461" y="700430"/>
                    <a:pt x="7597" y="695566"/>
                  </a:cubicBezTo>
                  <a:cubicBezTo>
                    <a:pt x="2733" y="690701"/>
                    <a:pt x="0" y="684104"/>
                    <a:pt x="0" y="677225"/>
                  </a:cubicBezTo>
                  <a:lnTo>
                    <a:pt x="0" y="25938"/>
                  </a:lnTo>
                  <a:cubicBezTo>
                    <a:pt x="0" y="11613"/>
                    <a:pt x="11613" y="0"/>
                    <a:pt x="25938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28575"/>
              <a:ext cx="1572238" cy="674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139665" y="3810063"/>
            <a:ext cx="5969591" cy="2669821"/>
            <a:chOff x="0" y="0"/>
            <a:chExt cx="1572238" cy="7031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72238" cy="703163"/>
            </a:xfrm>
            <a:custGeom>
              <a:avLst/>
              <a:gdLst/>
              <a:ahLst/>
              <a:cxnLst/>
              <a:rect r="r" b="b" t="t" l="l"/>
              <a:pathLst>
                <a:path h="703163" w="1572238">
                  <a:moveTo>
                    <a:pt x="25938" y="0"/>
                  </a:moveTo>
                  <a:lnTo>
                    <a:pt x="1546300" y="0"/>
                  </a:lnTo>
                  <a:cubicBezTo>
                    <a:pt x="1553179" y="0"/>
                    <a:pt x="1559777" y="2733"/>
                    <a:pt x="1564641" y="7597"/>
                  </a:cubicBezTo>
                  <a:cubicBezTo>
                    <a:pt x="1569505" y="12461"/>
                    <a:pt x="1572238" y="19059"/>
                    <a:pt x="1572238" y="25938"/>
                  </a:cubicBezTo>
                  <a:lnTo>
                    <a:pt x="1572238" y="677225"/>
                  </a:lnTo>
                  <a:cubicBezTo>
                    <a:pt x="1572238" y="691550"/>
                    <a:pt x="1560625" y="703163"/>
                    <a:pt x="1546300" y="703163"/>
                  </a:cubicBezTo>
                  <a:lnTo>
                    <a:pt x="25938" y="703163"/>
                  </a:lnTo>
                  <a:cubicBezTo>
                    <a:pt x="19059" y="703163"/>
                    <a:pt x="12461" y="700430"/>
                    <a:pt x="7597" y="695566"/>
                  </a:cubicBezTo>
                  <a:cubicBezTo>
                    <a:pt x="2733" y="690701"/>
                    <a:pt x="0" y="684104"/>
                    <a:pt x="0" y="677225"/>
                  </a:cubicBezTo>
                  <a:lnTo>
                    <a:pt x="0" y="25938"/>
                  </a:lnTo>
                  <a:cubicBezTo>
                    <a:pt x="0" y="11613"/>
                    <a:pt x="11613" y="0"/>
                    <a:pt x="25938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28575"/>
              <a:ext cx="1572238" cy="674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463047" y="912985"/>
            <a:ext cx="5336684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Renders the three main features to the screen (Desktop, Taskbar, and Task Manager).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Renders the three required (plus three additional) interactive buttons in the Taskbar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449190" y="4116489"/>
            <a:ext cx="5336684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100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Handles OS state flags, wallpaper image loading via stb_image, and real-time clock formatting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2100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Handles the authorized system shutdown via Power Button only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3008" y="501134"/>
            <a:ext cx="8248475" cy="3147803"/>
            <a:chOff x="0" y="0"/>
            <a:chExt cx="2110038" cy="8052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0038" cy="805238"/>
            </a:xfrm>
            <a:custGeom>
              <a:avLst/>
              <a:gdLst/>
              <a:ahLst/>
              <a:cxnLst/>
              <a:rect r="r" b="b" t="t" l="l"/>
              <a:pathLst>
                <a:path h="805238" w="2110038">
                  <a:moveTo>
                    <a:pt x="18772" y="0"/>
                  </a:moveTo>
                  <a:lnTo>
                    <a:pt x="2091266" y="0"/>
                  </a:lnTo>
                  <a:cubicBezTo>
                    <a:pt x="2096245" y="0"/>
                    <a:pt x="2101019" y="1978"/>
                    <a:pt x="2104540" y="5498"/>
                  </a:cubicBezTo>
                  <a:cubicBezTo>
                    <a:pt x="2108060" y="9019"/>
                    <a:pt x="2110038" y="13793"/>
                    <a:pt x="2110038" y="18772"/>
                  </a:cubicBezTo>
                  <a:lnTo>
                    <a:pt x="2110038" y="786466"/>
                  </a:lnTo>
                  <a:cubicBezTo>
                    <a:pt x="2110038" y="791444"/>
                    <a:pt x="2108060" y="796219"/>
                    <a:pt x="2104540" y="799740"/>
                  </a:cubicBezTo>
                  <a:cubicBezTo>
                    <a:pt x="2101019" y="803260"/>
                    <a:pt x="2096245" y="805238"/>
                    <a:pt x="2091266" y="805238"/>
                  </a:cubicBezTo>
                  <a:lnTo>
                    <a:pt x="18772" y="805238"/>
                  </a:lnTo>
                  <a:cubicBezTo>
                    <a:pt x="13793" y="805238"/>
                    <a:pt x="9019" y="803260"/>
                    <a:pt x="5498" y="799740"/>
                  </a:cubicBezTo>
                  <a:cubicBezTo>
                    <a:pt x="1978" y="796219"/>
                    <a:pt x="0" y="791444"/>
                    <a:pt x="0" y="786466"/>
                  </a:cubicBezTo>
                  <a:lnTo>
                    <a:pt x="0" y="18772"/>
                  </a:lnTo>
                  <a:cubicBezTo>
                    <a:pt x="0" y="13793"/>
                    <a:pt x="1978" y="9019"/>
                    <a:pt x="5498" y="5498"/>
                  </a:cubicBezTo>
                  <a:cubicBezTo>
                    <a:pt x="9019" y="1978"/>
                    <a:pt x="13793" y="0"/>
                    <a:pt x="18772" y="0"/>
                  </a:cubicBez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10038" cy="77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3008" y="501134"/>
            <a:ext cx="8248475" cy="838439"/>
            <a:chOff x="0" y="0"/>
            <a:chExt cx="10997967" cy="111791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997967" cy="1117919"/>
              <a:chOff x="0" y="0"/>
              <a:chExt cx="2110038" cy="21448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10038" cy="214481"/>
              </a:xfrm>
              <a:custGeom>
                <a:avLst/>
                <a:gdLst/>
                <a:ahLst/>
                <a:cxnLst/>
                <a:rect r="r" b="b" t="t" l="l"/>
                <a:pathLst>
                  <a:path h="214481" w="2110038">
                    <a:moveTo>
                      <a:pt x="19327" y="0"/>
                    </a:moveTo>
                    <a:lnTo>
                      <a:pt x="2090711" y="0"/>
                    </a:lnTo>
                    <a:cubicBezTo>
                      <a:pt x="2095837" y="0"/>
                      <a:pt x="2100753" y="2036"/>
                      <a:pt x="2104377" y="5661"/>
                    </a:cubicBezTo>
                    <a:cubicBezTo>
                      <a:pt x="2108002" y="9285"/>
                      <a:pt x="2110038" y="14201"/>
                      <a:pt x="2110038" y="19327"/>
                    </a:cubicBezTo>
                    <a:lnTo>
                      <a:pt x="2110038" y="195154"/>
                    </a:lnTo>
                    <a:cubicBezTo>
                      <a:pt x="2110038" y="200280"/>
                      <a:pt x="2108002" y="205195"/>
                      <a:pt x="2104377" y="208820"/>
                    </a:cubicBezTo>
                    <a:cubicBezTo>
                      <a:pt x="2100753" y="212444"/>
                      <a:pt x="2095837" y="214481"/>
                      <a:pt x="2090711" y="214481"/>
                    </a:cubicBezTo>
                    <a:lnTo>
                      <a:pt x="19327" y="214481"/>
                    </a:lnTo>
                    <a:cubicBezTo>
                      <a:pt x="14201" y="214481"/>
                      <a:pt x="9285" y="212444"/>
                      <a:pt x="5661" y="208820"/>
                    </a:cubicBezTo>
                    <a:cubicBezTo>
                      <a:pt x="2036" y="205195"/>
                      <a:pt x="0" y="200280"/>
                      <a:pt x="0" y="195154"/>
                    </a:cubicBezTo>
                    <a:lnTo>
                      <a:pt x="0" y="19327"/>
                    </a:lnTo>
                    <a:cubicBezTo>
                      <a:pt x="0" y="14201"/>
                      <a:pt x="2036" y="9285"/>
                      <a:pt x="5661" y="5661"/>
                    </a:cubicBezTo>
                    <a:cubicBezTo>
                      <a:pt x="9285" y="2036"/>
                      <a:pt x="14201" y="0"/>
                      <a:pt x="19327" y="0"/>
                    </a:cubicBezTo>
                    <a:close/>
                  </a:path>
                </a:pathLst>
              </a:custGeom>
              <a:solidFill>
                <a:srgbClr val="1E1E1E"/>
              </a:solidFill>
              <a:ln w="1905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38100"/>
                <a:ext cx="2110038" cy="1763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60372" y="436754"/>
              <a:ext cx="231126" cy="233409"/>
              <a:chOff x="0" y="0"/>
              <a:chExt cx="80485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71FF8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97440" y="436754"/>
              <a:ext cx="231126" cy="233409"/>
              <a:chOff x="0" y="0"/>
              <a:chExt cx="804851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DC7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36836" y="436754"/>
              <a:ext cx="231126" cy="233409"/>
              <a:chOff x="0" y="0"/>
              <a:chExt cx="804851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717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9356517" y="501134"/>
            <a:ext cx="8248475" cy="4642366"/>
            <a:chOff x="0" y="0"/>
            <a:chExt cx="2110038" cy="11875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0038" cy="1187561"/>
            </a:xfrm>
            <a:custGeom>
              <a:avLst/>
              <a:gdLst/>
              <a:ahLst/>
              <a:cxnLst/>
              <a:rect r="r" b="b" t="t" l="l"/>
              <a:pathLst>
                <a:path h="1187561" w="2110038">
                  <a:moveTo>
                    <a:pt x="18772" y="0"/>
                  </a:moveTo>
                  <a:lnTo>
                    <a:pt x="2091266" y="0"/>
                  </a:lnTo>
                  <a:cubicBezTo>
                    <a:pt x="2096245" y="0"/>
                    <a:pt x="2101019" y="1978"/>
                    <a:pt x="2104540" y="5498"/>
                  </a:cubicBezTo>
                  <a:cubicBezTo>
                    <a:pt x="2108060" y="9019"/>
                    <a:pt x="2110038" y="13793"/>
                    <a:pt x="2110038" y="18772"/>
                  </a:cubicBezTo>
                  <a:lnTo>
                    <a:pt x="2110038" y="1168789"/>
                  </a:lnTo>
                  <a:cubicBezTo>
                    <a:pt x="2110038" y="1173768"/>
                    <a:pt x="2108060" y="1178543"/>
                    <a:pt x="2104540" y="1182063"/>
                  </a:cubicBezTo>
                  <a:cubicBezTo>
                    <a:pt x="2101019" y="1185583"/>
                    <a:pt x="2096245" y="1187561"/>
                    <a:pt x="2091266" y="1187561"/>
                  </a:cubicBezTo>
                  <a:lnTo>
                    <a:pt x="18772" y="1187561"/>
                  </a:lnTo>
                  <a:cubicBezTo>
                    <a:pt x="13793" y="1187561"/>
                    <a:pt x="9019" y="1185583"/>
                    <a:pt x="5498" y="1182063"/>
                  </a:cubicBezTo>
                  <a:cubicBezTo>
                    <a:pt x="1978" y="1178543"/>
                    <a:pt x="0" y="1173768"/>
                    <a:pt x="0" y="1168789"/>
                  </a:cubicBezTo>
                  <a:lnTo>
                    <a:pt x="0" y="18772"/>
                  </a:lnTo>
                  <a:cubicBezTo>
                    <a:pt x="0" y="13793"/>
                    <a:pt x="1978" y="9019"/>
                    <a:pt x="5498" y="5498"/>
                  </a:cubicBezTo>
                  <a:cubicBezTo>
                    <a:pt x="9019" y="1978"/>
                    <a:pt x="13793" y="0"/>
                    <a:pt x="18772" y="0"/>
                  </a:cubicBez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2110038" cy="1158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56517" y="501134"/>
            <a:ext cx="8248475" cy="838439"/>
            <a:chOff x="0" y="0"/>
            <a:chExt cx="10997967" cy="111791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997967" cy="1117919"/>
              <a:chOff x="0" y="0"/>
              <a:chExt cx="2110038" cy="21448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10038" cy="214481"/>
              </a:xfrm>
              <a:custGeom>
                <a:avLst/>
                <a:gdLst/>
                <a:ahLst/>
                <a:cxnLst/>
                <a:rect r="r" b="b" t="t" l="l"/>
                <a:pathLst>
                  <a:path h="214481" w="2110038">
                    <a:moveTo>
                      <a:pt x="19327" y="0"/>
                    </a:moveTo>
                    <a:lnTo>
                      <a:pt x="2090711" y="0"/>
                    </a:lnTo>
                    <a:cubicBezTo>
                      <a:pt x="2095837" y="0"/>
                      <a:pt x="2100753" y="2036"/>
                      <a:pt x="2104377" y="5661"/>
                    </a:cubicBezTo>
                    <a:cubicBezTo>
                      <a:pt x="2108002" y="9285"/>
                      <a:pt x="2110038" y="14201"/>
                      <a:pt x="2110038" y="19327"/>
                    </a:cubicBezTo>
                    <a:lnTo>
                      <a:pt x="2110038" y="195154"/>
                    </a:lnTo>
                    <a:cubicBezTo>
                      <a:pt x="2110038" y="200280"/>
                      <a:pt x="2108002" y="205195"/>
                      <a:pt x="2104377" y="208820"/>
                    </a:cubicBezTo>
                    <a:cubicBezTo>
                      <a:pt x="2100753" y="212444"/>
                      <a:pt x="2095837" y="214481"/>
                      <a:pt x="2090711" y="214481"/>
                    </a:cubicBezTo>
                    <a:lnTo>
                      <a:pt x="19327" y="214481"/>
                    </a:lnTo>
                    <a:cubicBezTo>
                      <a:pt x="14201" y="214481"/>
                      <a:pt x="9285" y="212444"/>
                      <a:pt x="5661" y="208820"/>
                    </a:cubicBezTo>
                    <a:cubicBezTo>
                      <a:pt x="2036" y="205195"/>
                      <a:pt x="0" y="200280"/>
                      <a:pt x="0" y="195154"/>
                    </a:cubicBezTo>
                    <a:lnTo>
                      <a:pt x="0" y="19327"/>
                    </a:lnTo>
                    <a:cubicBezTo>
                      <a:pt x="0" y="14201"/>
                      <a:pt x="2036" y="9285"/>
                      <a:pt x="5661" y="5661"/>
                    </a:cubicBezTo>
                    <a:cubicBezTo>
                      <a:pt x="9285" y="2036"/>
                      <a:pt x="14201" y="0"/>
                      <a:pt x="19327" y="0"/>
                    </a:cubicBezTo>
                    <a:close/>
                  </a:path>
                </a:pathLst>
              </a:custGeom>
              <a:solidFill>
                <a:srgbClr val="1E1E1E"/>
              </a:solidFill>
              <a:ln w="1905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38100"/>
                <a:ext cx="2110038" cy="1763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160372" y="436754"/>
              <a:ext cx="231126" cy="233409"/>
              <a:chOff x="0" y="0"/>
              <a:chExt cx="804851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71FF88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797440" y="436754"/>
              <a:ext cx="231126" cy="233409"/>
              <a:chOff x="0" y="0"/>
              <a:chExt cx="804851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DC71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6836" y="436754"/>
              <a:ext cx="231126" cy="233409"/>
              <a:chOff x="0" y="0"/>
              <a:chExt cx="804851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7171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683008" y="4076460"/>
            <a:ext cx="8248475" cy="4394228"/>
            <a:chOff x="0" y="0"/>
            <a:chExt cx="2110038" cy="112408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10038" cy="1124085"/>
            </a:xfrm>
            <a:custGeom>
              <a:avLst/>
              <a:gdLst/>
              <a:ahLst/>
              <a:cxnLst/>
              <a:rect r="r" b="b" t="t" l="l"/>
              <a:pathLst>
                <a:path h="1124085" w="2110038">
                  <a:moveTo>
                    <a:pt x="18772" y="0"/>
                  </a:moveTo>
                  <a:lnTo>
                    <a:pt x="2091266" y="0"/>
                  </a:lnTo>
                  <a:cubicBezTo>
                    <a:pt x="2096245" y="0"/>
                    <a:pt x="2101019" y="1978"/>
                    <a:pt x="2104540" y="5498"/>
                  </a:cubicBezTo>
                  <a:cubicBezTo>
                    <a:pt x="2108060" y="9019"/>
                    <a:pt x="2110038" y="13793"/>
                    <a:pt x="2110038" y="18772"/>
                  </a:cubicBezTo>
                  <a:lnTo>
                    <a:pt x="2110038" y="1105313"/>
                  </a:lnTo>
                  <a:cubicBezTo>
                    <a:pt x="2110038" y="1110292"/>
                    <a:pt x="2108060" y="1115067"/>
                    <a:pt x="2104540" y="1118587"/>
                  </a:cubicBezTo>
                  <a:cubicBezTo>
                    <a:pt x="2101019" y="1122107"/>
                    <a:pt x="2096245" y="1124085"/>
                    <a:pt x="2091266" y="1124085"/>
                  </a:cubicBezTo>
                  <a:lnTo>
                    <a:pt x="18772" y="1124085"/>
                  </a:lnTo>
                  <a:cubicBezTo>
                    <a:pt x="13793" y="1124085"/>
                    <a:pt x="9019" y="1122107"/>
                    <a:pt x="5498" y="1118587"/>
                  </a:cubicBezTo>
                  <a:cubicBezTo>
                    <a:pt x="1978" y="1115067"/>
                    <a:pt x="0" y="1110292"/>
                    <a:pt x="0" y="1105313"/>
                  </a:cubicBezTo>
                  <a:lnTo>
                    <a:pt x="0" y="18772"/>
                  </a:lnTo>
                  <a:cubicBezTo>
                    <a:pt x="0" y="13793"/>
                    <a:pt x="1978" y="9019"/>
                    <a:pt x="5498" y="5498"/>
                  </a:cubicBezTo>
                  <a:cubicBezTo>
                    <a:pt x="9019" y="1978"/>
                    <a:pt x="13793" y="0"/>
                    <a:pt x="18772" y="0"/>
                  </a:cubicBez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28575"/>
              <a:ext cx="2110038" cy="1095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3008" y="4076460"/>
            <a:ext cx="8248475" cy="838439"/>
            <a:chOff x="0" y="0"/>
            <a:chExt cx="10997967" cy="111791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0997967" cy="1117919"/>
              <a:chOff x="0" y="0"/>
              <a:chExt cx="2110038" cy="21448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10038" cy="214481"/>
              </a:xfrm>
              <a:custGeom>
                <a:avLst/>
                <a:gdLst/>
                <a:ahLst/>
                <a:cxnLst/>
                <a:rect r="r" b="b" t="t" l="l"/>
                <a:pathLst>
                  <a:path h="214481" w="2110038">
                    <a:moveTo>
                      <a:pt x="19327" y="0"/>
                    </a:moveTo>
                    <a:lnTo>
                      <a:pt x="2090711" y="0"/>
                    </a:lnTo>
                    <a:cubicBezTo>
                      <a:pt x="2095837" y="0"/>
                      <a:pt x="2100753" y="2036"/>
                      <a:pt x="2104377" y="5661"/>
                    </a:cubicBezTo>
                    <a:cubicBezTo>
                      <a:pt x="2108002" y="9285"/>
                      <a:pt x="2110038" y="14201"/>
                      <a:pt x="2110038" y="19327"/>
                    </a:cubicBezTo>
                    <a:lnTo>
                      <a:pt x="2110038" y="195154"/>
                    </a:lnTo>
                    <a:cubicBezTo>
                      <a:pt x="2110038" y="200280"/>
                      <a:pt x="2108002" y="205195"/>
                      <a:pt x="2104377" y="208820"/>
                    </a:cubicBezTo>
                    <a:cubicBezTo>
                      <a:pt x="2100753" y="212444"/>
                      <a:pt x="2095837" y="214481"/>
                      <a:pt x="2090711" y="214481"/>
                    </a:cubicBezTo>
                    <a:lnTo>
                      <a:pt x="19327" y="214481"/>
                    </a:lnTo>
                    <a:cubicBezTo>
                      <a:pt x="14201" y="214481"/>
                      <a:pt x="9285" y="212444"/>
                      <a:pt x="5661" y="208820"/>
                    </a:cubicBezTo>
                    <a:cubicBezTo>
                      <a:pt x="2036" y="205195"/>
                      <a:pt x="0" y="200280"/>
                      <a:pt x="0" y="195154"/>
                    </a:cubicBezTo>
                    <a:lnTo>
                      <a:pt x="0" y="19327"/>
                    </a:lnTo>
                    <a:cubicBezTo>
                      <a:pt x="0" y="14201"/>
                      <a:pt x="2036" y="9285"/>
                      <a:pt x="5661" y="5661"/>
                    </a:cubicBezTo>
                    <a:cubicBezTo>
                      <a:pt x="9285" y="2036"/>
                      <a:pt x="14201" y="0"/>
                      <a:pt x="19327" y="0"/>
                    </a:cubicBezTo>
                    <a:close/>
                  </a:path>
                </a:pathLst>
              </a:custGeom>
              <a:solidFill>
                <a:srgbClr val="1E1E1E"/>
              </a:solidFill>
              <a:ln w="1905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38100"/>
                <a:ext cx="2110038" cy="1763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60372" y="436754"/>
              <a:ext cx="231126" cy="233409"/>
              <a:chOff x="0" y="0"/>
              <a:chExt cx="804851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71FF8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797440" y="436754"/>
              <a:ext cx="231126" cy="233409"/>
              <a:chOff x="0" y="0"/>
              <a:chExt cx="804851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DC71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436836" y="436754"/>
              <a:ext cx="231126" cy="233409"/>
              <a:chOff x="0" y="0"/>
              <a:chExt cx="804851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717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</p:grpSp>
      <p:sp>
        <p:nvSpPr>
          <p:cNvPr name="TextBox 50" id="50"/>
          <p:cNvSpPr txBox="true"/>
          <p:nvPr/>
        </p:nvSpPr>
        <p:spPr>
          <a:xfrm rot="0">
            <a:off x="683008" y="8985038"/>
            <a:ext cx="754526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Code Snippets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03862" y="5124450"/>
            <a:ext cx="7606768" cy="30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struct ProcessRow { </a:t>
            </a: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const char* name; float</a:t>
            </a: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cpu; float memory; float disk; float network; };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if (ImGui::BeginTable("ProcessesTable", 5, tableFlags)) {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ImGui::TableSetupColumn("Process Name");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ImGui::TableSetupC</a:t>
            </a: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olumn(cpuHeader);  // e.g. "CPU (25%)"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ImGui::TableSetupColumn(memHeader);  // e.g. "Memory (82%)"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ImGui::TableHeadersRow();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for (int i = 0; i &lt; numProcessRows; i++)</a:t>
            </a: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{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    ImGui::TableNextRow();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    ImGui::Table</a:t>
            </a: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SetColumnIndex(0); ImGui::Text("%s", processes[i].name);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    ImGui::TableSetColumnIndex(1); ImGui::Text("%.1f%%", processes[i].cpu);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    ImGui::TableSetColumnIndex(2); ImGui::Text("%.1f MB", processes[i].memory);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}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ImGui::EndTable();</a:t>
            </a:r>
          </a:p>
          <a:p>
            <a:pPr algn="l">
              <a:lnSpc>
                <a:spcPts val="1496"/>
              </a:lnSpc>
            </a:pPr>
            <a:r>
              <a:rPr lang="en-US" b="true" sz="1247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}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50360" y="788245"/>
            <a:ext cx="62400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6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Shutdown Logic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03862" y="1579326"/>
            <a:ext cx="7606768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glfwSetWindowCloseCallback(window, [](GLFWwindow* win) {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if (!g_AllowShutdown) {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    glfwSetWindowShouldClose(win, GLFW_FALSE); 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}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});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if (FlatButton("PWR", ImVec4(1.0f, 0.3f, 0.3f, 1.0f))) {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g_AllowShutdown = true;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glfwSetWindowShouldClose(glfwGetCurrentContext(), GLFW_TRUE);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}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77371" y="1579326"/>
            <a:ext cx="7606768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bool LoadTextureFromFile(const char* filename, GLuint* out_texture, int* out_w, int* out_h) {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unsigned char* data = stbi_load(filename, out_w, out_h, NULL, 4);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if (!data) return false;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glGenTextures(1, out_texture);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glBindTexture(GL_TEXTURE_2D, *out_texture);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glTexImage2D(GL_TEXTURE_2D, 0, GL_RGBA, *out_w, *out_h, 0, GL_RGBA, GL_UNSIGNED_BYTE, data);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stbi_image_free(data);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return true;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}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draw_list-&gt;AddImage(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(ImTextureID)(intptr_t)g_WallpaperTexture, 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pos, 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ImVec2(pos.x + customWidth, pos.y + customHeight)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);</a:t>
            </a:r>
          </a:p>
          <a:p>
            <a:pPr algn="l">
              <a:lnSpc>
                <a:spcPts val="1496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10743889" y="788245"/>
            <a:ext cx="62400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6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Loading of Image Texture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050360" y="4352805"/>
            <a:ext cx="62400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6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Task Manager Table Rendering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356517" y="5400675"/>
            <a:ext cx="8248475" cy="4642366"/>
            <a:chOff x="0" y="0"/>
            <a:chExt cx="2110038" cy="118756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10038" cy="1187561"/>
            </a:xfrm>
            <a:custGeom>
              <a:avLst/>
              <a:gdLst/>
              <a:ahLst/>
              <a:cxnLst/>
              <a:rect r="r" b="b" t="t" l="l"/>
              <a:pathLst>
                <a:path h="1187561" w="2110038">
                  <a:moveTo>
                    <a:pt x="18772" y="0"/>
                  </a:moveTo>
                  <a:lnTo>
                    <a:pt x="2091266" y="0"/>
                  </a:lnTo>
                  <a:cubicBezTo>
                    <a:pt x="2096245" y="0"/>
                    <a:pt x="2101019" y="1978"/>
                    <a:pt x="2104540" y="5498"/>
                  </a:cubicBezTo>
                  <a:cubicBezTo>
                    <a:pt x="2108060" y="9019"/>
                    <a:pt x="2110038" y="13793"/>
                    <a:pt x="2110038" y="18772"/>
                  </a:cubicBezTo>
                  <a:lnTo>
                    <a:pt x="2110038" y="1168789"/>
                  </a:lnTo>
                  <a:cubicBezTo>
                    <a:pt x="2110038" y="1173768"/>
                    <a:pt x="2108060" y="1178543"/>
                    <a:pt x="2104540" y="1182063"/>
                  </a:cubicBezTo>
                  <a:cubicBezTo>
                    <a:pt x="2101019" y="1185583"/>
                    <a:pt x="2096245" y="1187561"/>
                    <a:pt x="2091266" y="1187561"/>
                  </a:cubicBezTo>
                  <a:lnTo>
                    <a:pt x="18772" y="1187561"/>
                  </a:lnTo>
                  <a:cubicBezTo>
                    <a:pt x="13793" y="1187561"/>
                    <a:pt x="9019" y="1185583"/>
                    <a:pt x="5498" y="1182063"/>
                  </a:cubicBezTo>
                  <a:cubicBezTo>
                    <a:pt x="1978" y="1178543"/>
                    <a:pt x="0" y="1173768"/>
                    <a:pt x="0" y="1168789"/>
                  </a:cubicBezTo>
                  <a:lnTo>
                    <a:pt x="0" y="18772"/>
                  </a:lnTo>
                  <a:cubicBezTo>
                    <a:pt x="0" y="13793"/>
                    <a:pt x="1978" y="9019"/>
                    <a:pt x="5498" y="5498"/>
                  </a:cubicBezTo>
                  <a:cubicBezTo>
                    <a:pt x="9019" y="1978"/>
                    <a:pt x="13793" y="0"/>
                    <a:pt x="18772" y="0"/>
                  </a:cubicBez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28575"/>
              <a:ext cx="2110038" cy="1158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356517" y="5400675"/>
            <a:ext cx="8248475" cy="838439"/>
            <a:chOff x="0" y="0"/>
            <a:chExt cx="10997967" cy="1117919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997967" cy="1117919"/>
              <a:chOff x="0" y="0"/>
              <a:chExt cx="2110038" cy="214481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110038" cy="214481"/>
              </a:xfrm>
              <a:custGeom>
                <a:avLst/>
                <a:gdLst/>
                <a:ahLst/>
                <a:cxnLst/>
                <a:rect r="r" b="b" t="t" l="l"/>
                <a:pathLst>
                  <a:path h="214481" w="2110038">
                    <a:moveTo>
                      <a:pt x="19327" y="0"/>
                    </a:moveTo>
                    <a:lnTo>
                      <a:pt x="2090711" y="0"/>
                    </a:lnTo>
                    <a:cubicBezTo>
                      <a:pt x="2095837" y="0"/>
                      <a:pt x="2100753" y="2036"/>
                      <a:pt x="2104377" y="5661"/>
                    </a:cubicBezTo>
                    <a:cubicBezTo>
                      <a:pt x="2108002" y="9285"/>
                      <a:pt x="2110038" y="14201"/>
                      <a:pt x="2110038" y="19327"/>
                    </a:cubicBezTo>
                    <a:lnTo>
                      <a:pt x="2110038" y="195154"/>
                    </a:lnTo>
                    <a:cubicBezTo>
                      <a:pt x="2110038" y="200280"/>
                      <a:pt x="2108002" y="205195"/>
                      <a:pt x="2104377" y="208820"/>
                    </a:cubicBezTo>
                    <a:cubicBezTo>
                      <a:pt x="2100753" y="212444"/>
                      <a:pt x="2095837" y="214481"/>
                      <a:pt x="2090711" y="214481"/>
                    </a:cubicBezTo>
                    <a:lnTo>
                      <a:pt x="19327" y="214481"/>
                    </a:lnTo>
                    <a:cubicBezTo>
                      <a:pt x="14201" y="214481"/>
                      <a:pt x="9285" y="212444"/>
                      <a:pt x="5661" y="208820"/>
                    </a:cubicBezTo>
                    <a:cubicBezTo>
                      <a:pt x="2036" y="205195"/>
                      <a:pt x="0" y="200280"/>
                      <a:pt x="0" y="195154"/>
                    </a:cubicBezTo>
                    <a:lnTo>
                      <a:pt x="0" y="19327"/>
                    </a:lnTo>
                    <a:cubicBezTo>
                      <a:pt x="0" y="14201"/>
                      <a:pt x="2036" y="9285"/>
                      <a:pt x="5661" y="5661"/>
                    </a:cubicBezTo>
                    <a:cubicBezTo>
                      <a:pt x="9285" y="2036"/>
                      <a:pt x="14201" y="0"/>
                      <a:pt x="19327" y="0"/>
                    </a:cubicBezTo>
                    <a:close/>
                  </a:path>
                </a:pathLst>
              </a:custGeom>
              <a:solidFill>
                <a:srgbClr val="1E1E1E"/>
              </a:solidFill>
              <a:ln w="1905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38100"/>
                <a:ext cx="2110038" cy="1763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160372" y="436754"/>
              <a:ext cx="231126" cy="233409"/>
              <a:chOff x="0" y="0"/>
              <a:chExt cx="804851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71FF88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797440" y="436754"/>
              <a:ext cx="231126" cy="233409"/>
              <a:chOff x="0" y="0"/>
              <a:chExt cx="804851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DC71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436836" y="436754"/>
              <a:ext cx="231126" cy="233409"/>
              <a:chOff x="0" y="0"/>
              <a:chExt cx="804851" cy="8128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048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4851">
                    <a:moveTo>
                      <a:pt x="402425" y="0"/>
                    </a:moveTo>
                    <a:cubicBezTo>
                      <a:pt x="180172" y="0"/>
                      <a:pt x="0" y="181951"/>
                      <a:pt x="0" y="406400"/>
                    </a:cubicBezTo>
                    <a:cubicBezTo>
                      <a:pt x="0" y="630849"/>
                      <a:pt x="180172" y="812800"/>
                      <a:pt x="402425" y="812800"/>
                    </a:cubicBezTo>
                    <a:cubicBezTo>
                      <a:pt x="624679" y="812800"/>
                      <a:pt x="804851" y="630849"/>
                      <a:pt x="804851" y="406400"/>
                    </a:cubicBezTo>
                    <a:cubicBezTo>
                      <a:pt x="804851" y="181951"/>
                      <a:pt x="624679" y="0"/>
                      <a:pt x="402425" y="0"/>
                    </a:cubicBezTo>
                    <a:close/>
                  </a:path>
                </a:pathLst>
              </a:custGeom>
              <a:solidFill>
                <a:srgbClr val="FF7171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75455" y="114300"/>
                <a:ext cx="653941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</p:grpSp>
      <p:sp>
        <p:nvSpPr>
          <p:cNvPr name="TextBox 73" id="73"/>
          <p:cNvSpPr txBox="true"/>
          <p:nvPr/>
        </p:nvSpPr>
        <p:spPr>
          <a:xfrm rot="0">
            <a:off x="9677371" y="6478867"/>
            <a:ext cx="7606768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while (!glfwWind</a:t>
            </a: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owShouldClose(window)) {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glfwPollEvents();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ImGui_ImplOpenGL3_NewFrame();                     </a:t>
            </a:r>
            <a:r>
              <a:rPr lang="en-US" sz="1247" b="true">
                <a:solidFill>
                  <a:srgbClr val="71FF88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Start ImGui Frame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ImGui_ImplGlfw_NewFrame();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ImGui::NewFrame();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RenderDesktop();                                 </a:t>
            </a:r>
            <a:r>
              <a:rPr lang="en-US" sz="1247" b="true">
                <a:solidFill>
                  <a:srgbClr val="71FF88"/>
                </a:solidFill>
                <a:latin typeface="Consolas Bold"/>
                <a:ea typeface="Consolas Bold"/>
                <a:cs typeface="Consolas Bold"/>
                <a:sym typeface="Consolas Bold"/>
              </a:rPr>
              <a:t> </a:t>
            </a:r>
            <a:r>
              <a:rPr lang="en-US" sz="1247">
                <a:solidFill>
                  <a:srgbClr val="71FF88"/>
                </a:solidFill>
                <a:latin typeface="Consolas"/>
                <a:ea typeface="Consolas"/>
                <a:cs typeface="Consolas"/>
                <a:sym typeface="Consolas"/>
              </a:rPr>
              <a:t>// Render OS Layers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RenderTaskbar();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if (g_ShowTaskManager) RenderTaskManager();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ImGui::Render();                                  </a:t>
            </a:r>
            <a:r>
              <a:rPr lang="en-US" sz="1247" b="true">
                <a:solidFill>
                  <a:srgbClr val="71FF88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GPU Render &amp; Buffer Swap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glViewport(0, 0, display_w, display_h);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glClearColor(0.08f, 0.08f, 0.08f, 1.00f);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glClear(GL_COLOR_BUFFER_BIT);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ImGui_ImplOpenGL3_RenderDrawData(ImGui::GetDrawData());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glfwSwapBuffers(window);</a:t>
            </a:r>
          </a:p>
          <a:p>
            <a:pPr algn="l">
              <a:lnSpc>
                <a:spcPts val="1496"/>
              </a:lnSpc>
            </a:pPr>
            <a:r>
              <a:rPr lang="en-US" sz="12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}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743889" y="5687786"/>
            <a:ext cx="62400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6"/>
              </a:lnSpc>
            </a:pPr>
            <a:r>
              <a:rPr lang="en-US" sz="1647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Main Loop Rundown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51732"/>
            <a:ext cx="16230600" cy="7280523"/>
            <a:chOff x="0" y="0"/>
            <a:chExt cx="4274726" cy="1917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17504"/>
            </a:xfrm>
            <a:custGeom>
              <a:avLst/>
              <a:gdLst/>
              <a:ahLst/>
              <a:cxnLst/>
              <a:rect r="r" b="b" t="t" l="l"/>
              <a:pathLst>
                <a:path h="1917504" w="4274726">
                  <a:moveTo>
                    <a:pt x="9540" y="0"/>
                  </a:moveTo>
                  <a:lnTo>
                    <a:pt x="4265186" y="0"/>
                  </a:lnTo>
                  <a:cubicBezTo>
                    <a:pt x="4270455" y="0"/>
                    <a:pt x="4274726" y="4271"/>
                    <a:pt x="4274726" y="9540"/>
                  </a:cubicBezTo>
                  <a:lnTo>
                    <a:pt x="4274726" y="1907964"/>
                  </a:lnTo>
                  <a:cubicBezTo>
                    <a:pt x="4274726" y="1910494"/>
                    <a:pt x="4273721" y="1912921"/>
                    <a:pt x="4271932" y="1914710"/>
                  </a:cubicBezTo>
                  <a:cubicBezTo>
                    <a:pt x="4270143" y="1916499"/>
                    <a:pt x="4267716" y="1917504"/>
                    <a:pt x="4265186" y="1917504"/>
                  </a:cubicBezTo>
                  <a:lnTo>
                    <a:pt x="9540" y="1917504"/>
                  </a:lnTo>
                  <a:cubicBezTo>
                    <a:pt x="4271" y="1917504"/>
                    <a:pt x="0" y="1913233"/>
                    <a:pt x="0" y="1907964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274726" cy="1888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933575"/>
            <a:ext cx="16230600" cy="814356"/>
            <a:chOff x="0" y="0"/>
            <a:chExt cx="4274726" cy="214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4481"/>
            </a:xfrm>
            <a:custGeom>
              <a:avLst/>
              <a:gdLst/>
              <a:ahLst/>
              <a:cxnLst/>
              <a:rect r="r" b="b" t="t" l="l"/>
              <a:pathLst>
                <a:path h="214481" w="4274726">
                  <a:moveTo>
                    <a:pt x="9540" y="0"/>
                  </a:moveTo>
                  <a:lnTo>
                    <a:pt x="4265186" y="0"/>
                  </a:lnTo>
                  <a:cubicBezTo>
                    <a:pt x="4270455" y="0"/>
                    <a:pt x="4274726" y="4271"/>
                    <a:pt x="4274726" y="9540"/>
                  </a:cubicBezTo>
                  <a:lnTo>
                    <a:pt x="4274726" y="204941"/>
                  </a:lnTo>
                  <a:cubicBezTo>
                    <a:pt x="4274726" y="207471"/>
                    <a:pt x="4273721" y="209897"/>
                    <a:pt x="4271932" y="211687"/>
                  </a:cubicBezTo>
                  <a:cubicBezTo>
                    <a:pt x="4270143" y="213476"/>
                    <a:pt x="4267716" y="214481"/>
                    <a:pt x="4265186" y="214481"/>
                  </a:cubicBezTo>
                  <a:lnTo>
                    <a:pt x="9540" y="214481"/>
                  </a:lnTo>
                  <a:cubicBezTo>
                    <a:pt x="4271" y="214481"/>
                    <a:pt x="0" y="210210"/>
                    <a:pt x="0" y="20494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1E1E1E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4274726" cy="185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73982" y="2251732"/>
            <a:ext cx="168366" cy="170029"/>
            <a:chOff x="0" y="0"/>
            <a:chExt cx="804851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4851" cy="812800"/>
            </a:xfrm>
            <a:custGeom>
              <a:avLst/>
              <a:gdLst/>
              <a:ahLst/>
              <a:cxnLst/>
              <a:rect r="r" b="b" t="t" l="l"/>
              <a:pathLst>
                <a:path h="812800" w="804851">
                  <a:moveTo>
                    <a:pt x="402425" y="0"/>
                  </a:moveTo>
                  <a:cubicBezTo>
                    <a:pt x="180172" y="0"/>
                    <a:pt x="0" y="181951"/>
                    <a:pt x="0" y="406400"/>
                  </a:cubicBezTo>
                  <a:cubicBezTo>
                    <a:pt x="0" y="630849"/>
                    <a:pt x="180172" y="812800"/>
                    <a:pt x="402425" y="812800"/>
                  </a:cubicBezTo>
                  <a:cubicBezTo>
                    <a:pt x="624679" y="812800"/>
                    <a:pt x="804851" y="630849"/>
                    <a:pt x="804851" y="406400"/>
                  </a:cubicBezTo>
                  <a:cubicBezTo>
                    <a:pt x="804851" y="181951"/>
                    <a:pt x="624679" y="0"/>
                    <a:pt x="402425" y="0"/>
                  </a:cubicBezTo>
                  <a:close/>
                </a:path>
              </a:pathLst>
            </a:custGeom>
            <a:solidFill>
              <a:srgbClr val="71FF8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5455" y="104775"/>
              <a:ext cx="653941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9601" y="2251732"/>
            <a:ext cx="168366" cy="170029"/>
            <a:chOff x="0" y="0"/>
            <a:chExt cx="80485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4851" cy="812800"/>
            </a:xfrm>
            <a:custGeom>
              <a:avLst/>
              <a:gdLst/>
              <a:ahLst/>
              <a:cxnLst/>
              <a:rect r="r" b="b" t="t" l="l"/>
              <a:pathLst>
                <a:path h="812800" w="804851">
                  <a:moveTo>
                    <a:pt x="402425" y="0"/>
                  </a:moveTo>
                  <a:cubicBezTo>
                    <a:pt x="180172" y="0"/>
                    <a:pt x="0" y="181951"/>
                    <a:pt x="0" y="406400"/>
                  </a:cubicBezTo>
                  <a:cubicBezTo>
                    <a:pt x="0" y="630849"/>
                    <a:pt x="180172" y="812800"/>
                    <a:pt x="402425" y="812800"/>
                  </a:cubicBezTo>
                  <a:cubicBezTo>
                    <a:pt x="624679" y="812800"/>
                    <a:pt x="804851" y="630849"/>
                    <a:pt x="804851" y="406400"/>
                  </a:cubicBezTo>
                  <a:cubicBezTo>
                    <a:pt x="804851" y="181951"/>
                    <a:pt x="624679" y="0"/>
                    <a:pt x="402425" y="0"/>
                  </a:cubicBezTo>
                  <a:close/>
                </a:path>
              </a:pathLst>
            </a:custGeom>
            <a:solidFill>
              <a:srgbClr val="FFDC7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5455" y="104775"/>
              <a:ext cx="653941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6917" y="2251732"/>
            <a:ext cx="168366" cy="170029"/>
            <a:chOff x="0" y="0"/>
            <a:chExt cx="804851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4851" cy="812800"/>
            </a:xfrm>
            <a:custGeom>
              <a:avLst/>
              <a:gdLst/>
              <a:ahLst/>
              <a:cxnLst/>
              <a:rect r="r" b="b" t="t" l="l"/>
              <a:pathLst>
                <a:path h="812800" w="804851">
                  <a:moveTo>
                    <a:pt x="402425" y="0"/>
                  </a:moveTo>
                  <a:cubicBezTo>
                    <a:pt x="180172" y="0"/>
                    <a:pt x="0" y="181951"/>
                    <a:pt x="0" y="406400"/>
                  </a:cubicBezTo>
                  <a:cubicBezTo>
                    <a:pt x="0" y="630849"/>
                    <a:pt x="180172" y="812800"/>
                    <a:pt x="402425" y="812800"/>
                  </a:cubicBezTo>
                  <a:cubicBezTo>
                    <a:pt x="624679" y="812800"/>
                    <a:pt x="804851" y="630849"/>
                    <a:pt x="804851" y="406400"/>
                  </a:cubicBezTo>
                  <a:cubicBezTo>
                    <a:pt x="804851" y="181951"/>
                    <a:pt x="624679" y="0"/>
                    <a:pt x="402425" y="0"/>
                  </a:cubicBezTo>
                  <a:close/>
                </a:path>
              </a:pathLst>
            </a:custGeom>
            <a:solidFill>
              <a:srgbClr val="FF717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5455" y="104775"/>
              <a:ext cx="653941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695325"/>
            <a:ext cx="1618135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</a:t>
            </a:r>
            <a:r>
              <a:rPr lang="en-US" sz="60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esign Implementation of 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4386" y="2958681"/>
            <a:ext cx="15454679" cy="623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UI DESIGN</a:t>
            </a:r>
          </a:p>
          <a:p>
            <a:pPr algn="l">
              <a:lnSpc>
                <a:spcPts val="1679"/>
              </a:lnSpc>
            </a:pP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We implemented a custom wallpaper (surprise!) texture for the background, with an active system status indicator (online/stopped), while following the requirements of having a live clock.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A fixed bottom taskbar acts as the navigation area for the custom interactive buttons that were made.</a:t>
            </a:r>
          </a:p>
          <a:p>
            <a:pPr algn="l" marL="906774" indent="-302258" lvl="2">
              <a:lnSpc>
                <a:spcPts val="2939"/>
              </a:lnSpc>
              <a:buFont typeface="Arial"/>
              <a:buChar char="⚬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Working buttons include the Start, Stop, File Explorer, Init, and Search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2939"/>
              </a:lnSpc>
            </a:pPr>
            <a:r>
              <a:rPr lang="en-US" sz="2099" b="true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// SYSTEM ARCHITECTURE DESIGN</a:t>
            </a:r>
          </a:p>
          <a:p>
            <a:pPr algn="l">
              <a:lnSpc>
                <a:spcPts val="1679"/>
              </a:lnSpc>
            </a:pP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The system follows a 3-tier layered architecture separating the Dear ImGui presentation layer, main.cpp OS logic, and the GLFW/OpenGL graphics backend.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Global boolean flags manage application state, controlling the toggle visibility of individual desktop windows and system online modes (online/stopped).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The custom wallpaper was</a:t>
            </a: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 implemented using stb_image.h and uploaded directly into GPU memory as OpenGL 2D textures.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Unauthorized window closures via the title bar 'X' button are intercepted using glfwSetWindowCloseCallback and rejected unless the taskbar PWR button is clicked.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b="true" sz="2099">
                <a:solidFill>
                  <a:srgbClr val="B4B4B4"/>
                </a:solidFill>
                <a:latin typeface="Consolas Bold"/>
                <a:ea typeface="Consolas Bold"/>
                <a:cs typeface="Consolas Bold"/>
                <a:sym typeface="Consolas Bold"/>
              </a:rPr>
              <a:t>Live system time and date formatting are generated using C++ std::chrono and standard time utilities.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DAHVX3Bs7Is</dc:identifier>
  <dcterms:modified xsi:type="dcterms:W3CDTF">2011-08-01T06:04:30Z</dcterms:modified>
  <cp:revision>1</cp:revision>
  <dc:title>CSOPESY - MO4 Desktop</dc:title>
</cp:coreProperties>
</file>